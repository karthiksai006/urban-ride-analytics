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2D42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716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144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DWDM PROJECT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Ride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Design &amp; Multi-Dimensional Analysis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Uber &amp; Ola Ride-Sharing Data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6817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VIT-AP University  •  B.E. Computer Science  •  Reg: 23BCE9458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468172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2024–25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Project Overview &amp; Objectives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73352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73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6733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Dataset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0370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03704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03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20370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ETL Process — Extract, Transform, 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3405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34056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340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73405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Data Warehouse Design (Star Schema)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430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14300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OLAP Operations &amp; Advanced 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6733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73352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673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6733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Power BI Dashboard &amp; Insights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20370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203704"/>
            <a:ext cx="457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03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20370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Key Findings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Warehouse system for Uber &amp; Ola ride-sharing data from Bangalore and NCR, enabling multi-dimensional analytical queries and business intelligence dashboards.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6334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Analyze demand patterns across cities &amp; time slots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Track revenue trends &amp; financial performance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930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Study cancellation behavior &amp; service reliability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22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Enable interactive BI dashboards for decision making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0" y="1188720"/>
            <a:ext cx="1737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508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9496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173736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508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1520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Cities Covered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2880360"/>
            <a:ext cx="1737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9496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Star Schema Tables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2880360"/>
            <a:ext cx="173736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1520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OLAP Queries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Description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Source 1: Bangalore 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Kaggle • ~100K rows • Uber/Ola rides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Combined → 250,000+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Source 2: NCR 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Kaggle • ~150K rows • Uber/Ola rides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Combined → 250,000+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97480"/>
            <a:ext cx="2743200" cy="27432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Identifiers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Booking ID  •  Customer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6974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697480"/>
            <a:ext cx="2743200" cy="27432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Ride Info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9992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Vehicle Type  •  Pickup / Drop Location  •  Ride Distance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6974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Time Features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29992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DateTime  •  Hour / Day / Month  •  Time Slot  •  Is Weekend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2743200" cy="27432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Financial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1422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Booking Value  •  Payment Method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8404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840480"/>
            <a:ext cx="2743200" cy="27432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Status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37560" y="41422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Booking Status  •  Cancellation Info  •  Incomplete Rides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8404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3840480"/>
            <a:ext cx="2743200" cy="27432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Ratings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0" y="41422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Driver Rating  •  Customer Rating  •  VTAT / CTAT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ETL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0934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Load Bangalore &amp; NCR CSVs via Pandas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5798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Inspect schema, shape, data types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0662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Identify inconsistencies &amp; mismatches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871216"/>
            <a:ext cx="137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51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166420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160934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Standardize column names &amp; IDs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221284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15798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Normalize Booking Status values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276148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70662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Fix DateTime (Date + Time combined)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3101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25526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Handle NaN → meaningful NULL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385876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80390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Feature engineering: Hour, Day, Month,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Time_Slot, Is_Weekend, City column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2871216"/>
            <a:ext cx="137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10515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051560"/>
            <a:ext cx="2743200" cy="43891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051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1664208"/>
            <a:ext cx="137160" cy="137160"/>
          </a:xfrm>
          <a:prstGeom prst="ellipse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160934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Connect Python → MySQL via connector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2212848"/>
            <a:ext cx="137160" cy="137160"/>
          </a:xfrm>
          <a:prstGeom prst="ellipse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215798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Insert dimensions before fact table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2761488"/>
            <a:ext cx="137160" cy="137160"/>
          </a:xfrm>
          <a:prstGeom prst="ellipse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70662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executemany() for bulk insert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3310128"/>
            <a:ext cx="137160" cy="137160"/>
          </a:xfrm>
          <a:prstGeom prst="ellipse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325526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Handle VARCHAR IDs, FK constraints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3858768"/>
            <a:ext cx="137160" cy="137160"/>
          </a:xfrm>
          <a:prstGeom prst="ellipse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80390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conn.commit() to persist data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Result: Unified dataset with 250,000+ rows  •  Consistent schema  •  Feature-rich  •  ML-ready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Challenges Solved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Real-world problems encountered &amp; resolved during ETL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09728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98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Schema Mismatch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90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664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Renamed &amp; standardized all columns across both datasets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800600" y="1188720"/>
            <a:ext cx="4206240" cy="109728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533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03520" y="1298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ID Formatting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1907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76088" y="1664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Removed quotes from NCR IDs using .str.replace('"','')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65760" y="2450592"/>
            <a:ext cx="4206240" cy="109728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15184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2560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Status Inconsistency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80944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1248" y="2926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"success" → "Completed", "driver not found" → "No Driver Found"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4800600" y="2450592"/>
            <a:ext cx="4206240" cy="109728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615184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03520" y="2560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DateTime Reconstruction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980944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76088" y="2926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Combined separate Date + Time columns → single DateTime field</a:t>
            </a:r>
            <a:endParaRPr lang="en-US" sz="1050" dirty="0"/>
          </a:p>
        </p:txBody>
      </p:sp>
      <p:sp>
        <p:nvSpPr>
          <p:cNvPr id="25" name="Shape 15"/>
          <p:cNvSpPr/>
          <p:nvPr/>
        </p:nvSpPr>
        <p:spPr>
          <a:xfrm>
            <a:off x="365760" y="3712464"/>
            <a:ext cx="4206240" cy="109728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3877056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68680" y="3822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Meaningful NaN Handling</a:t>
            </a:r>
            <a:endParaRPr lang="en-US" sz="12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4242816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41248" y="41879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Kept NaN for Ratings, Cancellation Reasons — absence = information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4800600" y="3712464"/>
            <a:ext cx="4206240" cy="109728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877056"/>
            <a:ext cx="274320" cy="27432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303520" y="3822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MySQL VARCHAR IDs</a:t>
            </a:r>
            <a:endParaRPr lang="en-US" sz="12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242816"/>
            <a:ext cx="237744" cy="23774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76088" y="41879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Stored Booking_ID &amp; Customer_ID as VARCHAR, not INT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Warehouse — Star Schema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91840" y="1874520"/>
            <a:ext cx="256032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fact_bookings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240280"/>
            <a:ext cx="256032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2860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booking_id, customer_id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25328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time_id • location_id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277977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vehicle_id • payment_id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30266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status_id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327355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ride_distance • booking_value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352044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driver_rating • customer_rating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005840"/>
            <a:ext cx="22860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005840"/>
            <a:ext cx="2286000" cy="3200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dim_time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1353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time_id (PK)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609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DateTime, Hour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1865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Day, Month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21214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Weekday, Is_Weekend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23774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Time_Slot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200400"/>
            <a:ext cx="2286000" cy="1344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200400"/>
            <a:ext cx="2286000" cy="3200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dim_location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5478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location_id (PK)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8039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40599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Pickup_Location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3159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Drop_Location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1005840"/>
            <a:ext cx="2286000" cy="832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005840"/>
            <a:ext cx="2286000" cy="3200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dim_vehicle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1353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vehicle_id (PK)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1609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Vehicle_Type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2651760"/>
            <a:ext cx="2286000" cy="832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dim_payment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29992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payment_id (PK)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Payment_Method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4206240"/>
            <a:ext cx="22860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4206240"/>
            <a:ext cx="2286000" cy="3200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dim_status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0" y="4553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status_id (PK)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83280" y="48097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Booking_Status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83280" y="5065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Cancelled_By_*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83280" y="5321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Cancellation_Reason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83280" y="5577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Incomplete_*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14600" y="1691640"/>
            <a:ext cx="77724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2514600" y="3520440"/>
            <a:ext cx="777240" cy="-704088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852160" y="1920240"/>
            <a:ext cx="548640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852160" y="2880360"/>
            <a:ext cx="548640" cy="-5486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572000" y="4206240"/>
            <a:ext cx="0" cy="-41148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OLAP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574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Roll-Up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City → Vehicle Type → Time Slot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Multi-level aggregation of rides &amp;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97280"/>
            <a:ext cx="2057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97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Drill-Down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5087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Month → Day → Hour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Discover exact peak-demand periods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97280"/>
            <a:ext cx="2057400" cy="34747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97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Slice &amp; Dice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Bangalore + Evening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Vehicle popularity in specific context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097280"/>
            <a:ext cx="20574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097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Pivot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15087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Vehicle Type vs Time Slot cross-tab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Compare usage patterns across dimensions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17520"/>
            <a:ext cx="2057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17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42900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DENSE_RANK() over city/month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Identify top-performing markets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30175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3017520"/>
            <a:ext cx="20574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017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Running Total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342900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SUM() OVER cumulative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Track financial growth over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17520"/>
            <a:ext cx="20574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017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CTE Query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42900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WITH clause for cities above ₹100K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Advanced query structuring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0175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3017520"/>
            <a:ext cx="2057400" cy="34747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017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LAG/LEAD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342900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Month-over-month revenue growth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Detect trends and seasonal changes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Advanced SQL Queries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Window Functions • CTEs • Subqueries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74904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City Revenue Ranking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city, revenue,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DENSE_RANK() OVER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(ORDER BY revenue DESC) AS rank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l.city,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SUM(f.booking_value) AS 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fact_bookings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dim_location l ON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l.city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city_totals;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4050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Ranks cities by total revenue generated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4114800" cy="374904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Cumulative Revenue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t.month,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SUM(f.booking_value) AS monthly,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SUM(SUM(f.booking_value))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 (ORDER BY t.month)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cumulative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fact_bookings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dim_time t ON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t.month;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4050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Running total of revenue across months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Power BI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73152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Total Rides by 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Bar Chart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847088"/>
            <a:ext cx="2505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965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Insight: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NCR leads in volume (0.15M vs 0.10M)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207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Revenue by 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Bar Chart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0712" y="1847088"/>
            <a:ext cx="2505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965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Insight: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04488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Bangalore leads in revenue (₹57M vs ₹52M)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097280"/>
            <a:ext cx="73152" cy="1691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207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Rides by Time Slot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36792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Column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36792" y="1847088"/>
            <a:ext cx="2505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1965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Insight: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0568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Morning peak: 76K rides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7180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081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Vehicle Distribution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3429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Pie Chart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3721608"/>
            <a:ext cx="2505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8404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Insight: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8408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 leads at 20.62% share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971800"/>
            <a:ext cx="73152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081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Booking Status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10712" y="3429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Donut Chart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10712" y="3721608"/>
            <a:ext cx="2505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38404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Insight: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04488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62% completed, 26% cancelled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29718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2971800"/>
            <a:ext cx="73152" cy="1691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3081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Monthly Revenue Trend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36792" y="3429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36792" y="3721608"/>
            <a:ext cx="2505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38404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Insight: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30568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Jul spike — dataset composition note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Interactive Slicers: City  •  Vehicle Type  •  Time Slot  — All charts filter dynamically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Findings &amp;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200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Demand — NCR vs Bangalore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NCR has 50% higher ride volume (0.15M vs 0.10M), indicating stronger market penetration or higher population density.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2004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18872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Revenue — Bangalore Leads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5087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Despite fewer rides, Bangalore generates ₹5M more in revenue, suggesting higher avg fare per ride — premium market.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23160"/>
            <a:ext cx="3200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1460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Peak Demand — Morning Slot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Morning time slot has the highest rides (76K), followed by Evening (61K). Night has the lowest at 57K.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23160"/>
            <a:ext cx="320040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51460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Vehicle Preference — Auto Dominates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8346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Auto leads at 20.62% of all bookings. Bike and eBike together cover ~25%, showing preference for affordable options.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49040"/>
            <a:ext cx="320040" cy="11704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84048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Service Quality — 62% Completion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62% rides are completed. ~26% cancelled (17.96% by driver, 8.3% by customer). Needs reliability improvement.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49040"/>
            <a:ext cx="320040" cy="117043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84048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Revenue Trend — July Spike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41605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Revenue spikes in July due to dataset composition (Kaggle snapshot). Data covers uneven monthly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Complete Project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554480" cy="310896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051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Kaggle • Bangalore &amp; NCR CSVs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28016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Kaggle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2679192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88720"/>
            <a:ext cx="1554480" cy="310896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1051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13432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ETL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13432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Extract → Transform → Load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59152" y="2971800"/>
            <a:ext cx="128016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Python / Colab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76472" y="2679192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41064" y="1188720"/>
            <a:ext cx="1554480" cy="310896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43984" y="1051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32504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Warehouse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32504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Star Schema in MySQL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78224" y="2971800"/>
            <a:ext cx="128016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78224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MySQL Workbench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95544" y="2679192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0136" y="1188720"/>
            <a:ext cx="1554480" cy="310896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051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51576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OLAP Queries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51576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Roll-up, Drill-down, Window Fn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97296" y="2971800"/>
            <a:ext cx="128016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MySQL / VS Code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14616" y="2679192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79208" y="1188720"/>
            <a:ext cx="1554480" cy="3108960"/>
          </a:xfrm>
          <a:prstGeom prst="rect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82128" y="1051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8212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70648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70648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 charts + interactive slicers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16368" y="2971800"/>
            <a:ext cx="128016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Tools Used:  Python (Pandas, MySQL Connector)  •  Google Colab  •  MySQL Workbench  •  VS Code  •  Power BI Desktop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Challenges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Challenges Faced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9105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Heterogeneous schema across two datasets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9397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Semantic inconsistencies in booking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MySQL FK insertion order constraints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9981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Window functions syntax in MySQL 8.0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Power BI MySQL connector setup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0565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July revenue spike — dataset limitation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5156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Learnings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5910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End-to-end DWDM pipeline implementation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0939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Star schema design &amp; normalization principles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5968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Real-world ETL data cleaning strategies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09981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OLAP: Roll-up, Drill-down, Slice &amp; Dice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60273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Advanced SQL: Window Fn, CTEs, LAG/LEAD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41056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Power BI for business intelligence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This project demonstrates a complete, end-to-end Data Warehousing &amp; Mining pipeline applied to real ride-sharing data: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9144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Integrated two heterogeneous datasets into a unified, clean, feature-rich 250K-row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77440"/>
            <a:ext cx="9144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774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Warehouse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237744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Designed a normalized Star Schema with 5 dimension tables and 1 central fact table in MySQL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54680"/>
            <a:ext cx="9144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OLAP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Executed 10+ analytical queries covering Roll-up, Drill-down, Window Functions, CTEs &amp; LAG/LEAD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8412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31920"/>
            <a:ext cx="9144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319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393192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Built an interactive Power BI dashboard with 6 visualizations and 3 dynamic slicers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4B8A6"/>
                </a:solidFill>
              </a:rPr>
              <a:t>"This system transforms raw ride data into structured intelligence — enabling data-driven decisions for urban mobility."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B2D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57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Urban Ride Analytics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Questions &amp; Discussion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Karthik  •  Reg: 23BCE9458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95935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Ch Ajay  •  V Venkat Kowsik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426110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B.E. Computer Science — VIT-AP University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56285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DWDM Project — 2024–25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Ride Analytics</dc:title>
  <dc:subject>PptxGenJS Presentation</dc:subject>
  <dc:creator>PptxGenJS</dc:creator>
  <cp:lastModifiedBy>PptxGenJS</cp:lastModifiedBy>
  <cp:revision>1</cp:revision>
  <dcterms:created xsi:type="dcterms:W3CDTF">2026-04-18T08:54:56Z</dcterms:created>
  <dcterms:modified xsi:type="dcterms:W3CDTF">2026-04-18T08:54:56Z</dcterms:modified>
</cp:coreProperties>
</file>